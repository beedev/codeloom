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8BFD"/>
                </a:solidFill>
                <a:latin typeface="Calibri"/>
              </a:defRPr>
            </a:pPr>
            <a:r>
              <a:t>CodeLoom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Code Intelligence &amp; Migration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AST + ASG + RAG + Multi-Lane Migration Engine + Full-Autonomy CLI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Architecture &amp; Capabilities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CodeLoom is a two-layer system: a code intelligence platform + an LLM-powered migration orchestrator.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8BFD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Languages</a:t>
            </a:r>
            <a:br/>
            <a:r>
              <a:t>Parsed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ASG Edge</a:t>
            </a:r>
            <a:br/>
            <a:r>
              <a:t>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MCP</a:t>
            </a:r>
            <a:br/>
            <a: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Migration</a:t>
            </a:r>
            <a:br/>
            <a:r>
              <a:t>Lanes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8BF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Skill</a:t>
            </a:r>
            <a:br/>
            <a:r>
              <a:t>Phases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554480"/>
            <a:ext cx="1645920" cy="10058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627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8"/>
                </a:solidFill>
                <a:latin typeface="Calibri"/>
              </a:defRPr>
            </a:pPr>
            <a:r>
              <a:t>Proven</a:t>
            </a:r>
            <a:br/>
            <a:r>
              <a:t>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26080"/>
            <a:ext cx="5303520" cy="3657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926080"/>
            <a:ext cx="54864" cy="36576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Layer 1: CodeLoom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832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FastAPI + PostgreSQL + pgvector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393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AST Parsers: tree-sitter (Python/JS/TS/Java/C#/COBOL)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953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+ regex (PL/I, JCL, VB.NET, SQL, JSP, ASP, XML)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ASG Builder: 9 edge types incl. COBOL PERFORM/CALL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Migration Engine: V1/V2/V3 pipelines + agentic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4 Migration Lanes with source type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194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RAG Pipeline: BM25 + vector + RAPTOR + reranking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755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Knowledge Projects: composable document notebooks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Understanding Engine: deep analysis + entry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8756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Reverse Engineering: 9-chapter auto-documentation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20 MCP tools for external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926080"/>
            <a:ext cx="5303520" cy="3657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926080"/>
            <a:ext cx="54864" cy="3657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Layer 2: /migrate Skill (Claude Code CLI)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3832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6 phase skills: init / run / compare / refactor / resume /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6393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5 lane sub-skills (mainframe, mainframe-transform, etc.)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8953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30-rule learned system (gate-keyed, auto-demotion)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513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Source-first accuracy methodology (CHECK A-F)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4074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Cross-MVP coordination: SYMBOLS.md + SPEC.md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6634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Checkpoint/resume (survives /clear)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9194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Migration Manifest: Detect -&gt; Propose -&gt; Confirm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1755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Knowledge enrichment: project + reference notebooks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4315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Compile gate per MVP (3 fix rounds max)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68756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Only 1 user approval gate (init Step 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9436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Learning capture: LESSONS.md + rules.md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AST Parsing &amp; Abstract Semantic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25603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25603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Tree-Sitter Parsers (High Fidelity)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Python (.py) -- functions, classes,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JavaScript/TypeScript (.js/.ts/.jsx/.tsx)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Java (.java) -- with optional JavaParser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C# (.cs) -- with optional Roslyn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COBOL (.cbl/.cob/.cpy) -- programs, paragraphs,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sections, copybooks, EXEC SQL/CICS/DLI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97280"/>
            <a:ext cx="3474720" cy="25603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097280"/>
            <a:ext cx="54864" cy="2560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Regex Parsers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PL/I (.pl1/.pli) -- procedures, entries,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JCL (.jcl/.proc) -- jobs, steps, procs, DD stmts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VB.NET (.vb) -- classes, modules, subs,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SQL (.sql) -- stored procs, views, 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JSP (.jsp) -- Java Server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ASP.NET (.aspx/.ascx) -- Web 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XML Config, Properties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097280"/>
            <a:ext cx="3474720" cy="25603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097280"/>
            <a:ext cx="54864" cy="2560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9 ASG Edge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contains -- class -&gt; method nesting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imports -- file -&gt; file (COPY, import, using)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calls -- PERFORM, CALL, function invocation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inherits -- class -&gt; base 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implements -- class -&gt;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overrides -- method -&gt; parent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type_dep -- field/param type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46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calls_sp -- app code -&gt; stored procedure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02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data_flow -- JCL step -&gt; step (dataset sharing)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31920"/>
            <a:ext cx="5303520" cy="25603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54864" cy="2560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COBOL Parser Deep Dive (tree-sitter)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3891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Program, paragraph, section, copybook unit extraction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4515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COPY statements -&gt; imports edges for dependency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0118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PERFORM / CALL / GO TO -&gt; calls edges (with THRU support)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15721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EXEC SQL/CICS/DLI pre-stripped, restored post-parse, metadata flags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1324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IMS DL/I function code extraction (GU, GN, ISRT, REPL, DLET...)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692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Program classification: batch_program, cics_online, utility_subprogram, ims_dli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9253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SELECT...ASSIGN TO -&gt; file-DDNAME mapping extraction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1813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Error node recovery: regex fallback for orphaned paragraphs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3931920"/>
            <a:ext cx="5303520" cy="25603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3931920"/>
            <a:ext cx="54864" cy="25603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JCL Parser + Data Flow Edges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3891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Fixed-format column parsing (cols 1-72)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64515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JOB, EXEC PGM, EXEC PROC, inline PROC...PEND extraction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90118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DD statement metadata: DSN, DISP, DDNAME per 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15721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Step classification: compile_link, sort_merge, data_mgmt, application_run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1324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EXEC PGM -&gt; calls edge to COBOL/PL/I programs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6692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data_flow edges: DISP=NEW/PASS (producer) -&gt; DISP=SHR/OLD (consumer)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9253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Temporary dataset (&amp;&amp;name) flow tracked within same job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61813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PL/I parser: CALL/GO TO edges, %INCLUDE imports, ON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Migration Engine &amp; 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7432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2286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Pipeline 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V1 (Legacy): 6-phase Discovery-first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V2 (Default): 4-phase Architecture-first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Architecture -&gt; Discovery -&gt; Transform -&gt;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V3: 5-phase adds auto-flowing Design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Batch execution: sequential MVPs, auto-approval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Checkpoint/resume for failed transforms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Max 3 retries with exponential backoff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09728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097280"/>
            <a:ext cx="54864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Agentic Migration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Multi-turn LLM conversation with tool-calling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10 agent tools: read source, search code,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lookup docs, validate syntax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Max turns configurable (default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Streaming AgentEvents for SSE to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Lane augment_prompt() injects domain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Ground truth validation (advisory)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097280"/>
            <a:ext cx="34747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097280"/>
            <a:ext cx="54864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Quality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6 gate categories: PARITY, COMPILE, UNIT_TEST,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INTEGRATION, CONTRACT, 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06654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Blocking vs advisory gates per 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22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Per-rule confidence scoring (0.0-1.0)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786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Confidence tiers: high (&gt;=0.90), standard,low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Stub quality check (TODO/FIXME detection)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90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Compile gate: hard stop after 3 failed rounds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749039"/>
            <a:ext cx="269748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54864" cy="2743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84047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Mainframe -&gt; Modern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06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COBOL/PL/I/JCL/CICS/IMS -&gt; Python/Java/.NET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62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7 deterministic transform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7183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16 source type semantics for LLM proposals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7433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COMP-3-&gt;Decimal, STOP RUN-&gt;SystemExit, VSAM-&gt;KV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3749039"/>
            <a:ext cx="269748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3749039"/>
            <a:ext cx="54864" cy="27432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0" y="384047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Struts -&gt; Spring Boot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40" y="4206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Struts 1.x/2.x -&gt; Spring Boot 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40" y="4462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Action-&gt;@Controller, ActionForm-&gt;@RequestBody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47183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10 source type semantics (JSP, tiles, validation)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497433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struts-config.xml -&gt; annotations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749039"/>
            <a:ext cx="269748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749039"/>
            <a:ext cx="54864" cy="2743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384047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StoredProc -&gt; 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206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SQL SP/View/Trigger -&gt; JPA/SQLAlchemy/EF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462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CRUD SP -&gt; repository method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7183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8 source type semantics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97433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DDL schema -&gt; ORM entity definitions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3749039"/>
            <a:ext cx="269748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3749039"/>
            <a:ext cx="54864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19" y="384047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VB.NET -&gt; .NET 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4206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VB.NET Web Forms -&gt; C#/ASP.NET Core MVC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19" y="446227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WebForm-&gt;Razor, Module-&gt;static class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19" y="47183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10 source type semantics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19" y="497433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Web.config -&gt; appsettings.json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/migrate: Full-Autonomy Migration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Claude Code CLI is the orchestrator. CodeLoom is the read-only intelligence source (AST, ASG, code units, RAG).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97480" cy="5029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50292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1.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Project selection + intel gathering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Reverse engineering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Lane auto-detection (confidence scoring)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Knowledge notebook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Architecture doc + Migration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MVP clustering + SPEC.md per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Uncovered file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21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User approval gate (ONLY gate)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371600"/>
            <a:ext cx="2697480" cy="5029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1371600"/>
            <a:ext cx="54864" cy="5029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2.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Per-MVP batch transform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0848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Source units pulled via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3408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Knowledge enrichment (Step 3.5)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5968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Migration manifest drives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8529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SYMBOLS.md cross-MVP imports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Compile gate (3 rounds max)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3649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Validate + complete via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621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Chains to next MVP automatically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2697480" cy="5029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371600"/>
            <a:ext cx="54864" cy="5029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3. 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Source-first methodology (NON-NEGOTIABLE)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0848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Pull ALL source units via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3408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CHECK A-F per construct: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5968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Presence, Branching, Boundaries,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529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Calls, Data, Returns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Score: (correct+deviation) / 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3649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Auto-fix surgical bugs (&lt;= 3 lines)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621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Re-migration trigger &lt; 40%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1371600"/>
            <a:ext cx="2697480" cy="5029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371600"/>
            <a:ext cx="54864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19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4. Refactor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19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Idiomatic target patterns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208483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Context managers, match/case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234086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Dataclasses, type hints, generators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19" y="259689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Extract services, custom exceptions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19" y="28529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Pass 2 accuracy comparison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Regression check (&gt;5pt drop -&gt; revert)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33649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 functional behavior changes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19" y="3621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codeloom_save_accuracy_report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Knowledge System &amp; Migration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2743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Composable Knowledge Notebooks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Upload any document: IBM Redbooks, client SOW, architecture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Chunk -&gt; embed -&gt; pgvector with BM25 + vector + RAPTOR + reranking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Project notebooks: client-specific (business rules, data models, compliance)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Reference notebooks: shared (PL/I Manual, CICS Redbook, AWS docs)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Queried during migration: init (architecture), run (transform), compare (accuracy)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codeloom_search_knowledge(notebook_id, query) MCP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BM25 handles exact IBM terms (DFHCOMMAREA, SQLCA) precisely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More flexible than fixed catalogs -- each migration assembles its own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5303520" cy="27432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54864" cy="2743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Migration Manifest (NEW)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Platform DETECTS source types (parsers + ASG -- deterministic)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10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LLM PROPOSES targets (intelligent, context-aware via lane semantics)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66543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User CONFIRMS (final authority at approval gate)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22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92240" y="25786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Lane provides source type SEMANTICS, not hardcoded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LLM reasons about the right target per project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906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Unknown source types flagged for user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467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Persisted as target_manifest JSONB on MigrationPlan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10789920" cy="24688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54864" cy="2468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Detect -&gt; Propose -&gt; Confirm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DETECT: COBOL parser classifies programs (batch/CICS/utility/IMS). JCL parser classifies steps (sort/compile/run).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2803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       get_source_type_inventory() aggregates: {source_type, count, sample_units, flags}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8406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14400" y="534009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PROPOSE: Lane's get_source_type_context() describes what each type IS (semantics).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9612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       LLM uses inventory + lane context + user's target ecosystem to propose targets with reasoning.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914400" y="610819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CONFIRM: Approval gate shows: Auto (high confidence) | Review (medium) | User choice (configurable).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36422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       User overrides as needed. Finalized manifest saved to plan and flows to SPEC.md per MVP.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20 MCP Tools: Platform as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74320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CodeLoom exposes its intelligence as 20 MCP tools -- any LLM orchestrator (Claude Code, agents, CI/CD) can consume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01168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Project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codeloom_list_projects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codeloom_get_project_intel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+ source_type_inventory (NEW)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54864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Source Code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codeloom_list_units (paginated, filtered)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codeloom_get_source_unit (full source + metadata)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codeloom_search_codebase (RAG semantic search)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96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codeloom_search_knowledge (notebook RAG)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Migration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codeloom_get_lane_info + source_type_context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84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codeloom_get_import_graph (fan-in analysis)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40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codeloom_save_plan + target_manifest (NEW)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96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codeloom_save_mvps (file path resolution)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54864" cy="20116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Migration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codeloom_start_transform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79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codeloom_complete_transform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codeloom_validate_output (ground truth)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91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codeloom_save_accuracy_report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56616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3566160"/>
            <a:ext cx="54864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MVP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codeloom_list_mvps (status, confidence)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79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codeloom_get_mvp_context (units, lane, analysis)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codeloom_get_compiled_context (dep-ordered)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566160"/>
            <a:ext cx="347472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566160"/>
            <a:ext cx="54864" cy="201168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codeloom_generate_reverse_doc (9-chapter)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279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codeloom_get_reverse_doc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codeloom_list_reverse_docs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Source-First Accuracy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NEVER score accuracy by reading only target files. Pull ALL source, count every construct, find each target equivalent.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A: 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Target function covers this source construct?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B: Branching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All IF/EVALUATE/ON branches represented?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C: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Comparison operators correct? (&gt; vs &gt;=)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D: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CALL/PERFORM -&gt; correct target function calls?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E: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Field/variable references -&gt; correct attributes?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463040"/>
            <a:ext cx="178308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146304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15544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CHECK F: Returns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1920240"/>
            <a:ext cx="14173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RETURN-CODE / output fields -&gt; exceptions or return values?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83280"/>
            <a:ext cx="53035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383280"/>
            <a:ext cx="54864" cy="13716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840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Correct -- logic match 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96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Gap -- no equivalent in target (conservative: if unsure, classify as Gap)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525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Bug -- wrong logic (wrong operator, missing branch)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608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Deviation -- intentional architectural change (documented reason)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383280"/>
            <a:ext cx="53035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383280"/>
            <a:ext cx="54864" cy="1371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Scoring &amp; Gates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840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Weights: main paragraphs x3, entry points x2, utility x1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096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Score = (correct + deviation) / total_weighted x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525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Re-migration trigger: &lt; 40% -&gt; re-generate from scratch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608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Line ratio red flag: target/source &lt; 0.15 -&gt; investigate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029200"/>
            <a:ext cx="10789920" cy="15544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5029200"/>
            <a:ext cx="54864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Proven Results: lema01 Project (37 COBOL + JCL files)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4864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96/100 accuracy -- 86 source constructs, 79 correct, 7 justified deviations, 0 bugs, 0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74243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Every comparison operator verified (&gt; vs &gt;= across 5 programs with 3 different semantics)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99846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VSS NS-path REWRITE anomaly preserved (QOH decremented even on insufficient stock)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25449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85/85 tests passing across all 4 MVPs (Foundation 16, Order Processing 31, Billing &amp; VSAM 51, Utilities 85)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Continuous Learning &amp; Reverse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9260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Learned Rules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30-rule max, gate-keyed (init/arch, run/gen, run/compile, compare)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Hit count tracking -- rules promoted after 2+ occurrences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Auto-demotion after 5 migrations without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LESSONS.md per migration: systemic vs one-off tagged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Current rules (11 active):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R1: PK strategy from source 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R8: Source-first scoring (2 hits -- prevented hallucinated scores)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R10: COBOL PIC width verification in test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R11: Per-program comparison operator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097280"/>
            <a:ext cx="5303520" cy="29260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4864" cy="2926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Reverse Engineering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5544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9-chapter auto-generated docs from source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105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1: System Overview (deterministic from ASG)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66543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2: Architecture Analysis (LLM-synthesized)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225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3: Component Inventory (from parser units)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786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4: Data Flow Analysis (from ASG edges)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5: Business Logic Extraction (LLM-synthesized)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9067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6: Integration Points (from import graph)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4670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7: Technology Stack (from file breakdown)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027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8: External Dependencies (from call analysis)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5876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  Ch 9: Error Handling Patterns (from code search)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53035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297680"/>
            <a:ext cx="54864" cy="228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Understanding Engine (Deep Analysis)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54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Tiered token budgets: Tier 1 (&lt;100K full), Tier 2 (&lt;200K truncated), Tier 3 (summarized)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109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Entry point detection: zero-incoming-calls + annotation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669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Call chain tracing: transitive closure of calls edges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229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Business rule extraction: domain logic identification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790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Background worker: poll 15s, max 2 concurrent, heartbeat + stale reclamation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350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Coverage metrics: warn &lt; 50%, target 80%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297680"/>
            <a:ext cx="5303520" cy="22860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4297680"/>
            <a:ext cx="54864" cy="2286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754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BM25 lexical ranking (exact term match for IBM components)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109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Vector similarity search (semantic, pgvector HNSW index)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266944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Hybrid retrieval: BM25 + vector combined scoring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52297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RAPTOR: hierarchical tree-based summaries for broad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779008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Reranking: mixedbread-ai/mxbai-rerank-base-v1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60350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Stateless query: thread-safe, multi-user (not global state mutation)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16459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Auditable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Source-first, paragraph-by-paragraph comparison with CHECK A-F.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Not self-reported -- verifiable methodology. 96% proven on real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Composable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Notebooks absorb IBM Redbooks + client SOW + target standards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compliance docs. Each migration assembles its own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54864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Structural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tree-sitter COBOL parser + 9 ASG edge types + EXEC SQL/CICS/IMS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metadata. Programmatic access to source structure, not just 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017520"/>
            <a:ext cx="54864" cy="1645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Post-Migration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After migration, CodeLoom remains a code intelligence platform: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ASG browsing, RAG chat, understanding engine, diagrams.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01752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017520"/>
            <a:ext cx="54864" cy="164592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BFD"/>
                </a:solidFill>
                <a:latin typeface="Calibri"/>
              </a:defRPr>
            </a:pPr>
            <a:r>
              <a:t>Operator-Level 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Obsessive focus on &gt; vs &gt;=, VSAM anomalies, PIC widths, COMP-3.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30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Where migrations actually succeed or fail in production.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017520"/>
            <a:ext cx="3474720" cy="16459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017520"/>
            <a:ext cx="5486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The /migrate skill lets an engineer steer at every phase.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30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For enterprise migrations, this is a feature, not a limitation.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8"/>
                </a:solidFill>
                <a:latin typeface="Calibri"/>
              </a:defRPr>
            </a:pPr>
            <a:r>
              <a:t>CodeLoom: Code intelligence platform that understands your codebase structurally,</a:t>
            </a:r>
            <a:br/>
            <a:r>
              <a:t>migrates it accurately, and remains valuable after migration is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